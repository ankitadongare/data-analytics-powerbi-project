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7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9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6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2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7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5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5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0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4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3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34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8827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16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07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78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38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9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1660CFF-0335-4B82-9AE1-75C95B636FD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B4605-7D34-44C9-A3A7-079D8A247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9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225-ADB4-46A5-BDD3-07D5D4688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360 Education Business Analytics Platform</a:t>
            </a:r>
            <a:b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End-to-End Business Intelligence Project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DF1FE2-C5F1-493D-A053-2EC5CD0D8D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91255"/>
            <a:ext cx="481163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Ankita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Dongare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DA603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Trainer: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Mr. Vaibhav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Bhambere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| Power BI | DAX | Power Query </a:t>
            </a:r>
          </a:p>
        </p:txBody>
      </p:sp>
    </p:spTree>
    <p:extLst>
      <p:ext uri="{BB962C8B-B14F-4D97-AF65-F5344CB8AC3E}">
        <p14:creationId xmlns:p14="http://schemas.microsoft.com/office/powerpoint/2010/main" val="427722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CCC3-65DB-4774-8539-ED250B8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 BUSINESS ANALYTICS PLATFORM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 Overview Dashboard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31C55-8D42-4C10-B803-4A0EC7AA5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551" y="1322362"/>
            <a:ext cx="5303519" cy="5401995"/>
          </a:xfrm>
        </p:spPr>
      </p:pic>
    </p:spTree>
    <p:extLst>
      <p:ext uri="{BB962C8B-B14F-4D97-AF65-F5344CB8AC3E}">
        <p14:creationId xmlns:p14="http://schemas.microsoft.com/office/powerpoint/2010/main" val="3906735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B4AD-C1DC-4D1D-A322-6774CE7BE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041010"/>
            <a:ext cx="9603275" cy="442533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Top Revenue Branch: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Revenue Course: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Admission Month: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Placement Rate: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72%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Fees: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₹14M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efforts on high-performing courses.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why low-performing branches generate less revenue.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campaigns before high-admission months.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placement support for courses with lower placement rates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595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70C8-5EEA-4B90-B4AA-46666720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88291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 &amp; Admission Analytics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84A184-6F11-4B67-A5BF-CA11CF05B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6" y="1266092"/>
            <a:ext cx="5852160" cy="5139189"/>
          </a:xfrm>
        </p:spPr>
      </p:pic>
    </p:spTree>
    <p:extLst>
      <p:ext uri="{BB962C8B-B14F-4D97-AF65-F5344CB8AC3E}">
        <p14:creationId xmlns:p14="http://schemas.microsoft.com/office/powerpoint/2010/main" val="283144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F5C4E1-D58A-4B7F-8026-692C4AC96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777647"/>
              </p:ext>
            </p:extLst>
          </p:nvPr>
        </p:nvGraphicFramePr>
        <p:xfrm>
          <a:off x="797169" y="601722"/>
          <a:ext cx="8947150" cy="2194560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547798709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3467526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87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Lead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892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Counselor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Counselor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3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Branch Conversion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67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676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Call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8837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45E2D01-6BBB-4BC4-A3EC-13E6B3FBA1C6}"/>
              </a:ext>
            </a:extLst>
          </p:cNvPr>
          <p:cNvSpPr/>
          <p:nvPr/>
        </p:nvSpPr>
        <p:spPr>
          <a:xfrm>
            <a:off x="797169" y="3429000"/>
            <a:ext cx="77419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investment in high-converting lead sources.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working pattern of top-performing counselors.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additional training to low-performing counselors.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follow-up for ineffective/unconverted leads.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campaigns on branches with strong conversion rates.</a:t>
            </a:r>
          </a:p>
        </p:txBody>
      </p:sp>
    </p:spTree>
    <p:extLst>
      <p:ext uri="{BB962C8B-B14F-4D97-AF65-F5344CB8AC3E}">
        <p14:creationId xmlns:p14="http://schemas.microsoft.com/office/powerpoint/2010/main" val="162463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14F1-5E87-4BA3-8FE0-C0283C65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74224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 Analytics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0312D2-F91B-4841-BAA9-156918E92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876" y="1026942"/>
            <a:ext cx="5767755" cy="5627075"/>
          </a:xfrm>
        </p:spPr>
      </p:pic>
    </p:spTree>
    <p:extLst>
      <p:ext uri="{BB962C8B-B14F-4D97-AF65-F5344CB8AC3E}">
        <p14:creationId xmlns:p14="http://schemas.microsoft.com/office/powerpoint/2010/main" val="163874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D0EE14-838E-472E-99A3-CC99A69E09C5}"/>
              </a:ext>
            </a:extLst>
          </p:cNvPr>
          <p:cNvSpPr/>
          <p:nvPr/>
        </p:nvSpPr>
        <p:spPr>
          <a:xfrm>
            <a:off x="1050388" y="843287"/>
            <a:ext cx="7840394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placement rate: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recruiting company: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Best placement branch: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Average salary: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₹52K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Active placement students: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320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stronger relationships with companies recruiting frequently.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placement drives for courses with low placement rates.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additional interview preparation to active placement students.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placement calls per student to identify students receiving fewer opportunities.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salary trends to improve course positioning.</a:t>
            </a:r>
          </a:p>
        </p:txBody>
      </p:sp>
    </p:spTree>
    <p:extLst>
      <p:ext uri="{BB962C8B-B14F-4D97-AF65-F5344CB8AC3E}">
        <p14:creationId xmlns:p14="http://schemas.microsoft.com/office/powerpoint/2010/main" val="333601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0262-C34C-4353-8E61-C013F272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74224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Fees &amp; Financial Analytics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AF834C-9B59-47C9-BCE9-622C62ABC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351" y="1252025"/>
            <a:ext cx="4670474" cy="5605975"/>
          </a:xfrm>
        </p:spPr>
      </p:pic>
    </p:spTree>
    <p:extLst>
      <p:ext uri="{BB962C8B-B14F-4D97-AF65-F5344CB8AC3E}">
        <p14:creationId xmlns:p14="http://schemas.microsoft.com/office/powerpoint/2010/main" val="324610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70CF6-5434-46AA-B40D-B0E43C6DB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718" y="1040044"/>
            <a:ext cx="8946541" cy="4882454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generated approximately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66M revenue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 which around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52M has been collected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leaving approximately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14M pending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collection efficiency is around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79.45%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a significant portion of the expected fees has been collected, but approximately 20% remains outstanding.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14M pending fees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important because delayed collection can affect the company's cash flow.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Recommendations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Pending Fees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High-Pending Branches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Payment Modes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Collection Efficiency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Payment Status</a:t>
            </a:r>
          </a:p>
        </p:txBody>
      </p:sp>
    </p:spTree>
    <p:extLst>
      <p:ext uri="{BB962C8B-B14F-4D97-AF65-F5344CB8AC3E}">
        <p14:creationId xmlns:p14="http://schemas.microsoft.com/office/powerpoint/2010/main" val="225478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1DAE0FD-C020-47A5-9970-E3ADDA9D2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0061" y="1335264"/>
            <a:ext cx="637309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 current dashboard indicates: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66M revenue → 52M collected → 14M pending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Thank You</a:t>
            </a:r>
            <a:endParaRPr kumimoji="0" lang="en-US" altLang="en-US" sz="5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099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</TotalTime>
  <Words>384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Ion</vt:lpstr>
      <vt:lpstr>360 Education Business Analytics Platform Power BI End-to-End Business Intelligence Project </vt:lpstr>
      <vt:lpstr>EDUCATION BUSINESS ANALYTICS PLATFORM Executive Overview Dashboard </vt:lpstr>
      <vt:lpstr>PowerPoint Presentation</vt:lpstr>
      <vt:lpstr>Sales &amp; Admission Analytics</vt:lpstr>
      <vt:lpstr>PowerPoint Presentation</vt:lpstr>
      <vt:lpstr>Placement Analytics</vt:lpstr>
      <vt:lpstr>PowerPoint Presentation</vt:lpstr>
      <vt:lpstr>Fees &amp; Financial Analytics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 Education Business Analytics Platform Power BI End-to-End Business Intelligence Project</dc:title>
  <dc:creator>ARPITA</dc:creator>
  <cp:lastModifiedBy>ARPITA</cp:lastModifiedBy>
  <cp:revision>4</cp:revision>
  <dcterms:created xsi:type="dcterms:W3CDTF">2026-08-10T06:08:10Z</dcterms:created>
  <dcterms:modified xsi:type="dcterms:W3CDTF">2026-08-10T06:37:44Z</dcterms:modified>
</cp:coreProperties>
</file>